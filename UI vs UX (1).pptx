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Canva Sans Bold" charset="1" panose="020B08030305010401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3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jpeg" Type="http://schemas.openxmlformats.org/officeDocument/2006/relationships/image"/><Relationship Id="rId4" Target="../media/VAHOTIHiA5s.mp4" Type="http://schemas.openxmlformats.org/officeDocument/2006/relationships/video"/><Relationship Id="rId5" Target="../media/VAHOTIHiA5s.mp4" Type="http://schemas.microsoft.com/office/2007/relationships/media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AE70E">
                <a:alpha val="100000"/>
              </a:srgbClr>
            </a:gs>
            <a:gs pos="50000">
              <a:srgbClr val="08FDED">
                <a:alpha val="100000"/>
              </a:srgbClr>
            </a:gs>
            <a:gs pos="100000">
              <a:srgbClr val="0072ED">
                <a:alpha val="100000"/>
              </a:srgbClr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81729" y="3101902"/>
            <a:ext cx="8394492" cy="5189330"/>
          </a:xfrm>
          <a:custGeom>
            <a:avLst/>
            <a:gdLst/>
            <a:ahLst/>
            <a:cxnLst/>
            <a:rect r="r" b="b" t="t" l="l"/>
            <a:pathLst>
              <a:path h="5189330" w="8394492">
                <a:moveTo>
                  <a:pt x="0" y="0"/>
                </a:moveTo>
                <a:lnTo>
                  <a:pt x="8394493" y="0"/>
                </a:lnTo>
                <a:lnTo>
                  <a:pt x="8394493" y="5189330"/>
                </a:lnTo>
                <a:lnTo>
                  <a:pt x="0" y="51893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56" r="0" b="-605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44753" y="646381"/>
            <a:ext cx="1129415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>
                <a:gradFill>
                  <a:gsLst>
                    <a:gs pos="0">
                      <a:srgbClr val="888888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54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Good morning to all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AE70E">
                <a:alpha val="100000"/>
              </a:srgbClr>
            </a:gs>
            <a:gs pos="50000">
              <a:srgbClr val="08FDED">
                <a:alpha val="100000"/>
              </a:srgbClr>
            </a:gs>
            <a:gs pos="100000">
              <a:srgbClr val="0072ED">
                <a:alpha val="100000"/>
              </a:srgbClr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54826" y="2167673"/>
            <a:ext cx="10493440" cy="5951654"/>
          </a:xfrm>
          <a:custGeom>
            <a:avLst/>
            <a:gdLst/>
            <a:ahLst/>
            <a:cxnLst/>
            <a:rect r="r" b="b" t="t" l="l"/>
            <a:pathLst>
              <a:path h="5951654" w="10493440">
                <a:moveTo>
                  <a:pt x="0" y="0"/>
                </a:moveTo>
                <a:lnTo>
                  <a:pt x="10493440" y="0"/>
                </a:lnTo>
                <a:lnTo>
                  <a:pt x="10493440" y="5951654"/>
                </a:lnTo>
                <a:lnTo>
                  <a:pt x="0" y="5951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54826" y="420154"/>
            <a:ext cx="909309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UX   VS    UI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08775" y="8195172"/>
            <a:ext cx="6116503" cy="2021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2"/>
              </a:lnSpc>
            </a:pPr>
            <a:r>
              <a:rPr lang="en-US" b="true" sz="5808">
                <a:gradFill>
                  <a:gsLst>
                    <a:gs pos="0">
                      <a:srgbClr val="888888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54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presented by KARTHEISH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AE70E">
                <a:alpha val="100000"/>
              </a:srgbClr>
            </a:gs>
            <a:gs pos="50000">
              <a:srgbClr val="08FDED">
                <a:alpha val="100000"/>
              </a:srgbClr>
            </a:gs>
            <a:gs pos="100000">
              <a:srgbClr val="0072ED">
                <a:alpha val="100000"/>
              </a:srgbClr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47922" y="1905153"/>
            <a:ext cx="14146119" cy="6742166"/>
          </a:xfrm>
          <a:custGeom>
            <a:avLst/>
            <a:gdLst/>
            <a:ahLst/>
            <a:cxnLst/>
            <a:rect r="r" b="b" t="t" l="l"/>
            <a:pathLst>
              <a:path h="6742166" w="14146119">
                <a:moveTo>
                  <a:pt x="0" y="0"/>
                </a:moveTo>
                <a:lnTo>
                  <a:pt x="14146119" y="0"/>
                </a:lnTo>
                <a:lnTo>
                  <a:pt x="14146119" y="6742166"/>
                </a:lnTo>
                <a:lnTo>
                  <a:pt x="0" y="6742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" t="-3899" r="-19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79407" y="-103845"/>
            <a:ext cx="11734562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About user interface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AE70E">
                <a:alpha val="100000"/>
              </a:srgbClr>
            </a:gs>
            <a:gs pos="50000">
              <a:srgbClr val="08FDED">
                <a:alpha val="100000"/>
              </a:srgbClr>
            </a:gs>
            <a:gs pos="100000">
              <a:srgbClr val="0072ED">
                <a:alpha val="100000"/>
              </a:srgbClr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46174" y="1429126"/>
            <a:ext cx="9792698" cy="8065193"/>
          </a:xfrm>
          <a:custGeom>
            <a:avLst/>
            <a:gdLst/>
            <a:ahLst/>
            <a:cxnLst/>
            <a:rect r="r" b="b" t="t" l="l"/>
            <a:pathLst>
              <a:path h="8065193" w="9792698">
                <a:moveTo>
                  <a:pt x="0" y="0"/>
                </a:moveTo>
                <a:lnTo>
                  <a:pt x="9792698" y="0"/>
                </a:lnTo>
                <a:lnTo>
                  <a:pt x="9792698" y="8065193"/>
                </a:lnTo>
                <a:lnTo>
                  <a:pt x="0" y="80651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215" t="-4754" r="-2521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AE70E">
                <a:alpha val="100000"/>
              </a:srgbClr>
            </a:gs>
            <a:gs pos="50000">
              <a:srgbClr val="08FDED">
                <a:alpha val="100000"/>
              </a:srgbClr>
            </a:gs>
            <a:gs pos="100000">
              <a:srgbClr val="0072ED">
                <a:alpha val="100000"/>
              </a:srgbClr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44027" y="2300567"/>
            <a:ext cx="14463627" cy="6570774"/>
          </a:xfrm>
          <a:custGeom>
            <a:avLst/>
            <a:gdLst/>
            <a:ahLst/>
            <a:cxnLst/>
            <a:rect r="r" b="b" t="t" l="l"/>
            <a:pathLst>
              <a:path h="6570774" w="14463627">
                <a:moveTo>
                  <a:pt x="0" y="0"/>
                </a:moveTo>
                <a:lnTo>
                  <a:pt x="14463627" y="0"/>
                </a:lnTo>
                <a:lnTo>
                  <a:pt x="14463627" y="6570774"/>
                </a:lnTo>
                <a:lnTo>
                  <a:pt x="0" y="65707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991" r="-290" b="-308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44027" y="-171450"/>
            <a:ext cx="1285506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About user experience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AE70E">
                <a:alpha val="100000"/>
              </a:srgbClr>
            </a:gs>
            <a:gs pos="50000">
              <a:srgbClr val="08FDED">
                <a:alpha val="100000"/>
              </a:srgbClr>
            </a:gs>
            <a:gs pos="100000">
              <a:srgbClr val="0072ED">
                <a:alpha val="100000"/>
              </a:srgbClr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76855" y="2516510"/>
            <a:ext cx="13134290" cy="6027014"/>
          </a:xfrm>
          <a:custGeom>
            <a:avLst/>
            <a:gdLst/>
            <a:ahLst/>
            <a:cxnLst/>
            <a:rect r="r" b="b" t="t" l="l"/>
            <a:pathLst>
              <a:path h="6027014" w="13134290">
                <a:moveTo>
                  <a:pt x="0" y="0"/>
                </a:moveTo>
                <a:lnTo>
                  <a:pt x="13134290" y="0"/>
                </a:lnTo>
                <a:lnTo>
                  <a:pt x="13134290" y="6027014"/>
                </a:lnTo>
                <a:lnTo>
                  <a:pt x="0" y="60270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5" t="-6254" r="0" b="-1630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09368" y="-194281"/>
            <a:ext cx="9186148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Important steps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AE70E">
                <a:alpha val="100000"/>
              </a:srgbClr>
            </a:gs>
            <a:gs pos="50000">
              <a:srgbClr val="08FDED">
                <a:alpha val="100000"/>
              </a:srgbClr>
            </a:gs>
            <a:gs pos="100000">
              <a:srgbClr val="0072ED">
                <a:alpha val="100000"/>
              </a:srgbClr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85045" y="0"/>
            <a:ext cx="11456021" cy="10287000"/>
          </a:xfrm>
          <a:custGeom>
            <a:avLst/>
            <a:gdLst/>
            <a:ahLst/>
            <a:cxnLst/>
            <a:rect r="r" b="b" t="t" l="l"/>
            <a:pathLst>
              <a:path h="10287000" w="11456021">
                <a:moveTo>
                  <a:pt x="0" y="0"/>
                </a:moveTo>
                <a:lnTo>
                  <a:pt x="11456021" y="0"/>
                </a:lnTo>
                <a:lnTo>
                  <a:pt x="1145602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023" r="0" b="-6987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AE70E">
                <a:alpha val="100000"/>
              </a:srgbClr>
            </a:gs>
            <a:gs pos="50000">
              <a:srgbClr val="08FDED">
                <a:alpha val="100000"/>
              </a:srgbClr>
            </a:gs>
            <a:gs pos="100000">
              <a:srgbClr val="0072ED">
                <a:alpha val="100000"/>
              </a:srgbClr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0"/>
            <a:ext cx="2605628" cy="2398372"/>
          </a:xfrm>
          <a:custGeom>
            <a:avLst/>
            <a:gdLst/>
            <a:ahLst/>
            <a:cxnLst/>
            <a:rect r="r" b="b" t="t" l="l"/>
            <a:pathLst>
              <a:path h="2398372" w="2605628">
                <a:moveTo>
                  <a:pt x="0" y="0"/>
                </a:moveTo>
                <a:lnTo>
                  <a:pt x="2605628" y="0"/>
                </a:lnTo>
                <a:lnTo>
                  <a:pt x="2605628" y="2398372"/>
                </a:lnTo>
                <a:lnTo>
                  <a:pt x="0" y="23983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628" t="-8161" r="-5744" b="-139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9448" y="2632805"/>
            <a:ext cx="17938552" cy="7587622"/>
          </a:xfrm>
          <a:custGeom>
            <a:avLst/>
            <a:gdLst/>
            <a:ahLst/>
            <a:cxnLst/>
            <a:rect r="r" b="b" t="t" l="l"/>
            <a:pathLst>
              <a:path h="7587622" w="17938552">
                <a:moveTo>
                  <a:pt x="0" y="0"/>
                </a:moveTo>
                <a:lnTo>
                  <a:pt x="17938552" y="0"/>
                </a:lnTo>
                <a:lnTo>
                  <a:pt x="17938552" y="7587622"/>
                </a:lnTo>
                <a:lnTo>
                  <a:pt x="0" y="75876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004" r="0" b="-5309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155074" y="624259"/>
            <a:ext cx="5553313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>
                <a:gradFill>
                  <a:gsLst>
                    <a:gs pos="0">
                      <a:srgbClr val="888888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54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whatsapp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AE70E">
                <a:alpha val="100000"/>
              </a:srgbClr>
            </a:gs>
            <a:gs pos="50000">
              <a:srgbClr val="08FDED">
                <a:alpha val="100000"/>
              </a:srgbClr>
            </a:gs>
            <a:gs pos="100000">
              <a:srgbClr val="0072ED">
                <a:alpha val="100000"/>
              </a:srgbClr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5190" y="155995"/>
            <a:ext cx="2279147" cy="2249703"/>
          </a:xfrm>
          <a:custGeom>
            <a:avLst/>
            <a:gdLst/>
            <a:ahLst/>
            <a:cxnLst/>
            <a:rect r="r" b="b" t="t" l="l"/>
            <a:pathLst>
              <a:path h="2249703" w="2279147">
                <a:moveTo>
                  <a:pt x="0" y="0"/>
                </a:moveTo>
                <a:lnTo>
                  <a:pt x="2279147" y="0"/>
                </a:lnTo>
                <a:lnTo>
                  <a:pt x="2279147" y="2249703"/>
                </a:lnTo>
                <a:lnTo>
                  <a:pt x="0" y="22497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2896" t="-33965" r="-45446" b="-2943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0662" y="2405698"/>
            <a:ext cx="16761191" cy="7881302"/>
          </a:xfrm>
          <a:custGeom>
            <a:avLst/>
            <a:gdLst/>
            <a:ahLst/>
            <a:cxnLst/>
            <a:rect r="r" b="b" t="t" l="l"/>
            <a:pathLst>
              <a:path h="7881302" w="16761191">
                <a:moveTo>
                  <a:pt x="0" y="0"/>
                </a:moveTo>
                <a:lnTo>
                  <a:pt x="16761191" y="0"/>
                </a:lnTo>
                <a:lnTo>
                  <a:pt x="16761191" y="7881302"/>
                </a:lnTo>
                <a:lnTo>
                  <a:pt x="0" y="78813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564" r="0" b="-226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707885" y="-15455"/>
            <a:ext cx="573976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>
                <a:gradFill>
                  <a:gsLst>
                    <a:gs pos="0">
                      <a:srgbClr val="888888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54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Instagram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AE70E">
                <a:alpha val="100000"/>
              </a:srgbClr>
            </a:gs>
            <a:gs pos="50000">
              <a:srgbClr val="08FDED">
                <a:alpha val="100000"/>
              </a:srgbClr>
            </a:gs>
            <a:gs pos="100000">
              <a:srgbClr val="0072ED">
                <a:alpha val="100000"/>
              </a:srgbClr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123" y="272845"/>
            <a:ext cx="5635292" cy="1511709"/>
          </a:xfrm>
          <a:custGeom>
            <a:avLst/>
            <a:gdLst/>
            <a:ahLst/>
            <a:cxnLst/>
            <a:rect r="r" b="b" t="t" l="l"/>
            <a:pathLst>
              <a:path h="1511709" w="5635292">
                <a:moveTo>
                  <a:pt x="0" y="0"/>
                </a:moveTo>
                <a:lnTo>
                  <a:pt x="5635292" y="0"/>
                </a:lnTo>
                <a:lnTo>
                  <a:pt x="5635292" y="1511710"/>
                </a:lnTo>
                <a:lnTo>
                  <a:pt x="0" y="15117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191" t="-122927" r="-30620" b="-10975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1784555"/>
            <a:ext cx="17843366" cy="8325464"/>
          </a:xfrm>
          <a:custGeom>
            <a:avLst/>
            <a:gdLst/>
            <a:ahLst/>
            <a:cxnLst/>
            <a:rect r="r" b="b" t="t" l="l"/>
            <a:pathLst>
              <a:path h="8325464" w="17843366">
                <a:moveTo>
                  <a:pt x="0" y="0"/>
                </a:moveTo>
                <a:lnTo>
                  <a:pt x="17843366" y="0"/>
                </a:lnTo>
                <a:lnTo>
                  <a:pt x="17843366" y="8325463"/>
                </a:lnTo>
                <a:lnTo>
                  <a:pt x="0" y="83254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83" t="-2658" r="-1481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AE70E">
                <a:alpha val="100000"/>
              </a:srgbClr>
            </a:gs>
            <a:gs pos="50000">
              <a:srgbClr val="08FDED">
                <a:alpha val="100000"/>
              </a:srgbClr>
            </a:gs>
            <a:gs pos="100000">
              <a:srgbClr val="0072ED">
                <a:alpha val="100000"/>
              </a:srgbClr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067107" cy="1642491"/>
          </a:xfrm>
          <a:custGeom>
            <a:avLst/>
            <a:gdLst/>
            <a:ahLst/>
            <a:cxnLst/>
            <a:rect r="r" b="b" t="t" l="l"/>
            <a:pathLst>
              <a:path h="1642491" w="5067107">
                <a:moveTo>
                  <a:pt x="0" y="0"/>
                </a:moveTo>
                <a:lnTo>
                  <a:pt x="5067107" y="0"/>
                </a:lnTo>
                <a:lnTo>
                  <a:pt x="5067107" y="1642491"/>
                </a:lnTo>
                <a:lnTo>
                  <a:pt x="0" y="16424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8376" r="0" b="-110125"/>
            </a:stretch>
          </a:blipFill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825228" y="1891485"/>
            <a:ext cx="14637544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AE70E">
                <a:alpha val="100000"/>
              </a:srgbClr>
            </a:gs>
            <a:gs pos="50000">
              <a:srgbClr val="08FDED">
                <a:alpha val="100000"/>
              </a:srgbClr>
            </a:gs>
            <a:gs pos="100000">
              <a:srgbClr val="0072ED">
                <a:alpha val="100000"/>
              </a:srgbClr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7311" y="151183"/>
            <a:ext cx="2401018" cy="2361028"/>
          </a:xfrm>
          <a:custGeom>
            <a:avLst/>
            <a:gdLst/>
            <a:ahLst/>
            <a:cxnLst/>
            <a:rect r="r" b="b" t="t" l="l"/>
            <a:pathLst>
              <a:path h="2361028" w="2401018">
                <a:moveTo>
                  <a:pt x="0" y="0"/>
                </a:moveTo>
                <a:lnTo>
                  <a:pt x="2401018" y="0"/>
                </a:lnTo>
                <a:lnTo>
                  <a:pt x="2401018" y="2361028"/>
                </a:lnTo>
                <a:lnTo>
                  <a:pt x="0" y="23610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42" t="0" r="-1928" b="-276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5760" y="2849140"/>
            <a:ext cx="17863594" cy="7443504"/>
          </a:xfrm>
          <a:custGeom>
            <a:avLst/>
            <a:gdLst/>
            <a:ahLst/>
            <a:cxnLst/>
            <a:rect r="r" b="b" t="t" l="l"/>
            <a:pathLst>
              <a:path h="7443504" w="17863594">
                <a:moveTo>
                  <a:pt x="0" y="0"/>
                </a:moveTo>
                <a:lnTo>
                  <a:pt x="17863593" y="0"/>
                </a:lnTo>
                <a:lnTo>
                  <a:pt x="17863593" y="7443504"/>
                </a:lnTo>
                <a:lnTo>
                  <a:pt x="0" y="74435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4" t="-25370" r="0" b="-1137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6AE70E">
                <a:alpha val="100000"/>
              </a:srgbClr>
            </a:gs>
            <a:gs pos="50000">
              <a:srgbClr val="08FDED">
                <a:alpha val="100000"/>
              </a:srgbClr>
            </a:gs>
            <a:gs pos="100000">
              <a:srgbClr val="0072ED">
                <a:alpha val="100000"/>
              </a:srgbClr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60673" y="4264978"/>
            <a:ext cx="10855537" cy="1641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87"/>
              </a:lnSpc>
            </a:pPr>
            <a:r>
              <a:rPr lang="en-US" sz="963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YOU😊❤️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DAHOJRhazhM</dc:identifier>
  <dcterms:modified xsi:type="dcterms:W3CDTF">2011-08-01T06:04:30Z</dcterms:modified>
  <cp:revision>1</cp:revision>
  <dc:title>UI vs UX</dc:title>
</cp:coreProperties>
</file>